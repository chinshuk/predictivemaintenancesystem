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" charset="1" panose="00000500000000000000"/>
      <p:regular r:id="rId15"/>
    </p:embeddedFont>
    <p:embeddedFont>
      <p:font typeface="Open Sans" charset="1" panose="00000000000000000000"/>
      <p:regular r:id="rId16"/>
    </p:embeddedFont>
    <p:embeddedFont>
      <p:font typeface="Montserrat Bold" charset="1" panose="00000800000000000000"/>
      <p:regular r:id="rId17"/>
    </p:embeddedFont>
    <p:embeddedFont>
      <p:font typeface="Open Sans Bold" charset="1" panose="000000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0371" y="1028700"/>
            <a:ext cx="2145473" cy="2036381"/>
          </a:xfrm>
          <a:custGeom>
            <a:avLst/>
            <a:gdLst/>
            <a:ahLst/>
            <a:cxnLst/>
            <a:rect r="r" b="b" t="t" l="l"/>
            <a:pathLst>
              <a:path h="2036381" w="2145473">
                <a:moveTo>
                  <a:pt x="0" y="0"/>
                </a:moveTo>
                <a:lnTo>
                  <a:pt x="2145473" y="0"/>
                </a:lnTo>
                <a:lnTo>
                  <a:pt x="2145473" y="2036381"/>
                </a:lnTo>
                <a:lnTo>
                  <a:pt x="0" y="2036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6655" y="3751276"/>
            <a:ext cx="14314689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0"/>
              </a:lnSpc>
            </a:pPr>
            <a:r>
              <a:rPr lang="en-US" sz="71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PREDICTIVE MAINTENANCE OF MACHINERY USING AI/ML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12896" y="6352844"/>
            <a:ext cx="886220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spc="143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ENGINEERING CAPSTONE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71329" y="1667906"/>
            <a:ext cx="5116300" cy="6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1"/>
              </a:lnSpc>
              <a:spcBef>
                <a:spcPct val="0"/>
              </a:spcBef>
            </a:pPr>
            <a:r>
              <a:rPr lang="en-US" sz="405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Predictive Pioneers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4166" y="7952739"/>
            <a:ext cx="2586038" cy="130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Chinmay Shukla 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[8915036]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101273" y="7990205"/>
            <a:ext cx="2391881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Harsh Mahajan 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[8840722]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38397" y="8023859"/>
            <a:ext cx="248670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Devendra Katre 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[8909025]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441260" y="8023859"/>
            <a:ext cx="2098562" cy="12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Vivek Solanki 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[8925804]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5566" y="8233433"/>
            <a:ext cx="1024867" cy="10248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5178827" cy="10287000"/>
            <a:chOff x="0" y="0"/>
            <a:chExt cx="136397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97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63971">
                  <a:moveTo>
                    <a:pt x="0" y="0"/>
                  </a:moveTo>
                  <a:lnTo>
                    <a:pt x="1363971" y="0"/>
                  </a:lnTo>
                  <a:lnTo>
                    <a:pt x="1363971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6397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605600" y="1584231"/>
            <a:ext cx="7146454" cy="7118538"/>
            <a:chOff x="0" y="0"/>
            <a:chExt cx="6502400" cy="647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2"/>
              <a:stretch>
                <a:fillRect l="223" t="0" r="223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8362" y="414570"/>
            <a:ext cx="4416356" cy="1169661"/>
            <a:chOff x="0" y="0"/>
            <a:chExt cx="5888475" cy="1559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3095" cy="1559548"/>
            </a:xfrm>
            <a:custGeom>
              <a:avLst/>
              <a:gdLst/>
              <a:ahLst/>
              <a:cxnLst/>
              <a:rect r="r" b="b" t="t" l="l"/>
              <a:pathLst>
                <a:path h="1559548" w="1643095">
                  <a:moveTo>
                    <a:pt x="0" y="0"/>
                  </a:moveTo>
                  <a:lnTo>
                    <a:pt x="1643095" y="0"/>
                  </a:lnTo>
                  <a:lnTo>
                    <a:pt x="1643095" y="1559548"/>
                  </a:lnTo>
                  <a:lnTo>
                    <a:pt x="0" y="1559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133370" y="502914"/>
              <a:ext cx="3755105" cy="5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333659" y="2165352"/>
            <a:ext cx="7371055" cy="176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3"/>
              </a:lnSpc>
            </a:pPr>
            <a:r>
              <a:rPr lang="en-US" sz="6199" b="true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Description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4360424"/>
            <a:ext cx="7560714" cy="268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An advanced IoT-enabled system.</a:t>
            </a:r>
          </a:p>
          <a:p>
            <a:pPr algn="just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eal-time monitoring.</a:t>
            </a:r>
          </a:p>
          <a:p>
            <a:pPr algn="just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AI/ML algorithms.</a:t>
            </a:r>
          </a:p>
          <a:p>
            <a:pPr algn="just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Intuitive dashboard.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05068"/>
            <a:ext cx="18288000" cy="2881932"/>
            <a:chOff x="0" y="0"/>
            <a:chExt cx="4816593" cy="759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9027"/>
            </a:xfrm>
            <a:custGeom>
              <a:avLst/>
              <a:gdLst/>
              <a:ahLst/>
              <a:cxnLst/>
              <a:rect r="r" b="b" t="t" l="l"/>
              <a:pathLst>
                <a:path h="75902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9027"/>
                  </a:lnTo>
                  <a:lnTo>
                    <a:pt x="0" y="759027"/>
                  </a:ln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80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775566" y="8233433"/>
            <a:ext cx="1024867" cy="10248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39108" y="6048996"/>
            <a:ext cx="3845434" cy="4601192"/>
            <a:chOff x="0" y="0"/>
            <a:chExt cx="3663950" cy="4384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3600450" cy="4319270"/>
            </a:xfrm>
            <a:custGeom>
              <a:avLst/>
              <a:gdLst/>
              <a:ahLst/>
              <a:cxnLst/>
              <a:rect r="r" b="b" t="t" l="l"/>
              <a:pathLst>
                <a:path h="4319270" w="3600450">
                  <a:moveTo>
                    <a:pt x="3600450" y="3959860"/>
                  </a:moveTo>
                  <a:cubicBezTo>
                    <a:pt x="3600450" y="4159250"/>
                    <a:pt x="3439160" y="4319270"/>
                    <a:pt x="3241040" y="4319270"/>
                  </a:cubicBezTo>
                  <a:lnTo>
                    <a:pt x="359410" y="4319270"/>
                  </a:lnTo>
                  <a:cubicBezTo>
                    <a:pt x="160020" y="4319270"/>
                    <a:pt x="0" y="4157980"/>
                    <a:pt x="0" y="395986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3959860"/>
                  </a:lnTo>
                  <a:close/>
                </a:path>
              </a:pathLst>
            </a:custGeom>
            <a:blipFill>
              <a:blip r:embed="rId2"/>
              <a:stretch>
                <a:fillRect l="-9982" t="0" r="-9982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0" cy="4384040"/>
            </a:xfrm>
            <a:custGeom>
              <a:avLst/>
              <a:gdLst/>
              <a:ahLst/>
              <a:cxnLst/>
              <a:rect r="r" b="b" t="t" l="l"/>
              <a:pathLst>
                <a:path h="4384040" w="3663950">
                  <a:moveTo>
                    <a:pt x="3271520" y="4384040"/>
                  </a:moveTo>
                  <a:lnTo>
                    <a:pt x="391160" y="4384040"/>
                  </a:lnTo>
                  <a:cubicBezTo>
                    <a:pt x="175260" y="4384040"/>
                    <a:pt x="0" y="4208780"/>
                    <a:pt x="0" y="3992880"/>
                  </a:cubicBezTo>
                  <a:lnTo>
                    <a:pt x="0" y="39116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3991610"/>
                  </a:lnTo>
                  <a:cubicBezTo>
                    <a:pt x="3663950" y="4207510"/>
                    <a:pt x="3487420" y="4384040"/>
                    <a:pt x="3271520" y="438404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3991610"/>
                  </a:lnTo>
                  <a:cubicBezTo>
                    <a:pt x="63500" y="4173220"/>
                    <a:pt x="210820" y="4319270"/>
                    <a:pt x="391160" y="4319270"/>
                  </a:cubicBezTo>
                  <a:lnTo>
                    <a:pt x="3271520" y="4319270"/>
                  </a:lnTo>
                  <a:cubicBezTo>
                    <a:pt x="3453130" y="4319270"/>
                    <a:pt x="3599180" y="4171950"/>
                    <a:pt x="3599180" y="399161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5155734" y="6048996"/>
            <a:ext cx="3845434" cy="4601192"/>
            <a:chOff x="0" y="0"/>
            <a:chExt cx="3663950" cy="4384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3600450" cy="4319270"/>
            </a:xfrm>
            <a:custGeom>
              <a:avLst/>
              <a:gdLst/>
              <a:ahLst/>
              <a:cxnLst/>
              <a:rect r="r" b="b" t="t" l="l"/>
              <a:pathLst>
                <a:path h="4319270" w="3600450">
                  <a:moveTo>
                    <a:pt x="3600450" y="3959860"/>
                  </a:moveTo>
                  <a:cubicBezTo>
                    <a:pt x="3600450" y="4159250"/>
                    <a:pt x="3439160" y="4319270"/>
                    <a:pt x="3241040" y="4319270"/>
                  </a:cubicBezTo>
                  <a:lnTo>
                    <a:pt x="359410" y="4319270"/>
                  </a:lnTo>
                  <a:cubicBezTo>
                    <a:pt x="160020" y="4319270"/>
                    <a:pt x="0" y="4157980"/>
                    <a:pt x="0" y="395986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3959860"/>
                  </a:lnTo>
                  <a:close/>
                </a:path>
              </a:pathLst>
            </a:custGeom>
            <a:blipFill>
              <a:blip r:embed="rId3"/>
              <a:stretch>
                <a:fillRect l="-9982" t="0" r="-9982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3950" cy="4384040"/>
            </a:xfrm>
            <a:custGeom>
              <a:avLst/>
              <a:gdLst/>
              <a:ahLst/>
              <a:cxnLst/>
              <a:rect r="r" b="b" t="t" l="l"/>
              <a:pathLst>
                <a:path h="4384040" w="3663950">
                  <a:moveTo>
                    <a:pt x="3271520" y="4384040"/>
                  </a:moveTo>
                  <a:lnTo>
                    <a:pt x="391160" y="4384040"/>
                  </a:lnTo>
                  <a:cubicBezTo>
                    <a:pt x="175260" y="4384040"/>
                    <a:pt x="0" y="4208780"/>
                    <a:pt x="0" y="3992880"/>
                  </a:cubicBezTo>
                  <a:lnTo>
                    <a:pt x="0" y="39116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3991610"/>
                  </a:lnTo>
                  <a:cubicBezTo>
                    <a:pt x="3663950" y="4207510"/>
                    <a:pt x="3487420" y="4384040"/>
                    <a:pt x="3271520" y="438404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3991610"/>
                  </a:lnTo>
                  <a:cubicBezTo>
                    <a:pt x="63500" y="4173220"/>
                    <a:pt x="210820" y="4319270"/>
                    <a:pt x="391160" y="4319270"/>
                  </a:cubicBezTo>
                  <a:lnTo>
                    <a:pt x="3271520" y="4319270"/>
                  </a:lnTo>
                  <a:cubicBezTo>
                    <a:pt x="3453130" y="4319270"/>
                    <a:pt x="3599180" y="4171950"/>
                    <a:pt x="3599180" y="399161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272361" y="6048996"/>
            <a:ext cx="3845434" cy="4601192"/>
            <a:chOff x="0" y="0"/>
            <a:chExt cx="3663950" cy="4384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3600450" cy="4319270"/>
            </a:xfrm>
            <a:custGeom>
              <a:avLst/>
              <a:gdLst/>
              <a:ahLst/>
              <a:cxnLst/>
              <a:rect r="r" b="b" t="t" l="l"/>
              <a:pathLst>
                <a:path h="4319270" w="3600450">
                  <a:moveTo>
                    <a:pt x="3600450" y="3959860"/>
                  </a:moveTo>
                  <a:cubicBezTo>
                    <a:pt x="3600450" y="4159250"/>
                    <a:pt x="3439160" y="4319270"/>
                    <a:pt x="3241040" y="4319270"/>
                  </a:cubicBezTo>
                  <a:lnTo>
                    <a:pt x="359410" y="4319270"/>
                  </a:lnTo>
                  <a:cubicBezTo>
                    <a:pt x="160020" y="4319270"/>
                    <a:pt x="0" y="4157980"/>
                    <a:pt x="0" y="395986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3959860"/>
                  </a:lnTo>
                  <a:close/>
                </a:path>
              </a:pathLst>
            </a:custGeom>
            <a:blipFill>
              <a:blip r:embed="rId4"/>
              <a:stretch>
                <a:fillRect l="-9982" t="0" r="-9982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63950" cy="4384040"/>
            </a:xfrm>
            <a:custGeom>
              <a:avLst/>
              <a:gdLst/>
              <a:ahLst/>
              <a:cxnLst/>
              <a:rect r="r" b="b" t="t" l="l"/>
              <a:pathLst>
                <a:path h="4384040" w="3663950">
                  <a:moveTo>
                    <a:pt x="3271520" y="4384040"/>
                  </a:moveTo>
                  <a:lnTo>
                    <a:pt x="391160" y="4384040"/>
                  </a:lnTo>
                  <a:cubicBezTo>
                    <a:pt x="175260" y="4384040"/>
                    <a:pt x="0" y="4208780"/>
                    <a:pt x="0" y="3992880"/>
                  </a:cubicBezTo>
                  <a:lnTo>
                    <a:pt x="0" y="39116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3991610"/>
                  </a:lnTo>
                  <a:cubicBezTo>
                    <a:pt x="3663950" y="4207510"/>
                    <a:pt x="3487420" y="4384040"/>
                    <a:pt x="3271520" y="438404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3991610"/>
                  </a:lnTo>
                  <a:cubicBezTo>
                    <a:pt x="63500" y="4173220"/>
                    <a:pt x="210820" y="4319270"/>
                    <a:pt x="391160" y="4319270"/>
                  </a:cubicBezTo>
                  <a:lnTo>
                    <a:pt x="3271520" y="4319270"/>
                  </a:lnTo>
                  <a:cubicBezTo>
                    <a:pt x="3453130" y="4319270"/>
                    <a:pt x="3599180" y="4171950"/>
                    <a:pt x="3599180" y="399161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3388987" y="6048996"/>
            <a:ext cx="3845434" cy="4601192"/>
            <a:chOff x="0" y="0"/>
            <a:chExt cx="3663950" cy="4384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3600450" cy="4319270"/>
            </a:xfrm>
            <a:custGeom>
              <a:avLst/>
              <a:gdLst/>
              <a:ahLst/>
              <a:cxnLst/>
              <a:rect r="r" b="b" t="t" l="l"/>
              <a:pathLst>
                <a:path h="4319270" w="3600450">
                  <a:moveTo>
                    <a:pt x="3600450" y="3959860"/>
                  </a:moveTo>
                  <a:cubicBezTo>
                    <a:pt x="3600450" y="4159250"/>
                    <a:pt x="3439160" y="4319270"/>
                    <a:pt x="3241040" y="4319270"/>
                  </a:cubicBezTo>
                  <a:lnTo>
                    <a:pt x="359410" y="4319270"/>
                  </a:lnTo>
                  <a:cubicBezTo>
                    <a:pt x="160020" y="4319270"/>
                    <a:pt x="0" y="4157980"/>
                    <a:pt x="0" y="395986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3959860"/>
                  </a:lnTo>
                  <a:close/>
                </a:path>
              </a:pathLst>
            </a:custGeom>
            <a:blipFill>
              <a:blip r:embed="rId5"/>
              <a:stretch>
                <a:fillRect l="-9982" t="0" r="-9982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63950" cy="4384040"/>
            </a:xfrm>
            <a:custGeom>
              <a:avLst/>
              <a:gdLst/>
              <a:ahLst/>
              <a:cxnLst/>
              <a:rect r="r" b="b" t="t" l="l"/>
              <a:pathLst>
                <a:path h="4384040" w="3663950">
                  <a:moveTo>
                    <a:pt x="3271520" y="4384040"/>
                  </a:moveTo>
                  <a:lnTo>
                    <a:pt x="391160" y="4384040"/>
                  </a:lnTo>
                  <a:cubicBezTo>
                    <a:pt x="175260" y="4384040"/>
                    <a:pt x="0" y="4208780"/>
                    <a:pt x="0" y="3992880"/>
                  </a:cubicBezTo>
                  <a:lnTo>
                    <a:pt x="0" y="39116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3991610"/>
                  </a:lnTo>
                  <a:cubicBezTo>
                    <a:pt x="3663950" y="4207510"/>
                    <a:pt x="3487420" y="4384040"/>
                    <a:pt x="3271520" y="438404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3991610"/>
                  </a:lnTo>
                  <a:cubicBezTo>
                    <a:pt x="63500" y="4173220"/>
                    <a:pt x="210820" y="4319270"/>
                    <a:pt x="391160" y="4319270"/>
                  </a:cubicBezTo>
                  <a:lnTo>
                    <a:pt x="3271520" y="4319270"/>
                  </a:lnTo>
                  <a:cubicBezTo>
                    <a:pt x="3453130" y="4319270"/>
                    <a:pt x="3599180" y="4171950"/>
                    <a:pt x="3599180" y="399161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59908" y="3611978"/>
            <a:ext cx="677751" cy="67775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76534" y="3611978"/>
            <a:ext cx="677751" cy="67775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93161" y="3611978"/>
            <a:ext cx="677751" cy="67775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809787" y="3611978"/>
            <a:ext cx="677751" cy="67775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304520" y="1206813"/>
            <a:ext cx="7935681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5999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57029" y="3533965"/>
            <a:ext cx="2021184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Unexpected Machinery Failures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50728" y="378797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73655" y="3533965"/>
            <a:ext cx="2021184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Limited Real-Time Monitoring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67355" y="378797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90282" y="3533965"/>
            <a:ext cx="2141966" cy="196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Lack of Centralized Data Visualization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83981" y="378797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806908" y="3533965"/>
            <a:ext cx="2021184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Reliance on Manual Analysis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900608" y="378797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468186" y="443869"/>
            <a:ext cx="4416356" cy="1169661"/>
            <a:chOff x="0" y="0"/>
            <a:chExt cx="5888475" cy="15595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3095" cy="1559548"/>
            </a:xfrm>
            <a:custGeom>
              <a:avLst/>
              <a:gdLst/>
              <a:ahLst/>
              <a:cxnLst/>
              <a:rect r="r" b="b" t="t" l="l"/>
              <a:pathLst>
                <a:path h="1559548" w="1643095">
                  <a:moveTo>
                    <a:pt x="0" y="0"/>
                  </a:moveTo>
                  <a:lnTo>
                    <a:pt x="1643095" y="0"/>
                  </a:lnTo>
                  <a:lnTo>
                    <a:pt x="1643095" y="1559548"/>
                  </a:lnTo>
                  <a:lnTo>
                    <a:pt x="0" y="1559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2133370" y="502914"/>
              <a:ext cx="3755105" cy="5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5566" y="8233433"/>
            <a:ext cx="1024867" cy="10248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5529783" cy="10287000"/>
            <a:chOff x="0" y="0"/>
            <a:chExt cx="145640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640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56404">
                  <a:moveTo>
                    <a:pt x="0" y="0"/>
                  </a:moveTo>
                  <a:lnTo>
                    <a:pt x="1456404" y="0"/>
                  </a:lnTo>
                  <a:lnTo>
                    <a:pt x="145640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5640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02263" y="1610353"/>
            <a:ext cx="5429927" cy="7296993"/>
            <a:chOff x="0" y="0"/>
            <a:chExt cx="3663950" cy="49237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68193" t="0" r="-68193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0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395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83267" y="2561666"/>
            <a:ext cx="677751" cy="67775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76682" y="3858542"/>
            <a:ext cx="677751" cy="67775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13433" y="5193517"/>
            <a:ext cx="677751" cy="6777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0531" y="305834"/>
            <a:ext cx="4416356" cy="1169661"/>
            <a:chOff x="0" y="0"/>
            <a:chExt cx="5888475" cy="15595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3095" cy="1559548"/>
            </a:xfrm>
            <a:custGeom>
              <a:avLst/>
              <a:gdLst/>
              <a:ahLst/>
              <a:cxnLst/>
              <a:rect r="r" b="b" t="t" l="l"/>
              <a:pathLst>
                <a:path h="1559548" w="1643095">
                  <a:moveTo>
                    <a:pt x="0" y="0"/>
                  </a:moveTo>
                  <a:lnTo>
                    <a:pt x="1643095" y="0"/>
                  </a:lnTo>
                  <a:lnTo>
                    <a:pt x="1643095" y="1559548"/>
                  </a:lnTo>
                  <a:lnTo>
                    <a:pt x="0" y="1559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2133370" y="502914"/>
              <a:ext cx="3755105" cy="5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55014" y="1122319"/>
            <a:ext cx="9404286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74087" y="2728139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80387" y="2542605"/>
            <a:ext cx="344413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Manual Monitoring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67502" y="4025014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73803" y="3839480"/>
            <a:ext cx="423451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Preventive Maintanence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04253" y="5359990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10554" y="5174456"/>
            <a:ext cx="544288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Condition - Based Maintanence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876682" y="6528493"/>
            <a:ext cx="677751" cy="67775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67502" y="6694966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73803" y="6509431"/>
            <a:ext cx="596409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IOT - Based Solutions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13433" y="7863468"/>
            <a:ext cx="677751" cy="67775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004253" y="8029941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10554" y="7844407"/>
            <a:ext cx="6518113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Commercial Predictive Maintanence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5566" y="8233433"/>
            <a:ext cx="1024867" cy="10248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5529783" cy="10287000"/>
            <a:chOff x="0" y="0"/>
            <a:chExt cx="145640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640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56404">
                  <a:moveTo>
                    <a:pt x="0" y="0"/>
                  </a:moveTo>
                  <a:lnTo>
                    <a:pt x="1456404" y="0"/>
                  </a:lnTo>
                  <a:lnTo>
                    <a:pt x="145640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5640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02263" y="1610353"/>
            <a:ext cx="5429927" cy="7296993"/>
            <a:chOff x="0" y="0"/>
            <a:chExt cx="3663950" cy="49237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0" t="-5674" r="0" b="-567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0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395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61599" y="2634928"/>
            <a:ext cx="677751" cy="67775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55014" y="3931803"/>
            <a:ext cx="677751" cy="67775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1599" y="5228679"/>
            <a:ext cx="677751" cy="6777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0531" y="305834"/>
            <a:ext cx="4416356" cy="1169661"/>
            <a:chOff x="0" y="0"/>
            <a:chExt cx="5888475" cy="15595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3095" cy="1559548"/>
            </a:xfrm>
            <a:custGeom>
              <a:avLst/>
              <a:gdLst/>
              <a:ahLst/>
              <a:cxnLst/>
              <a:rect r="r" b="b" t="t" l="l"/>
              <a:pathLst>
                <a:path h="1559548" w="1643095">
                  <a:moveTo>
                    <a:pt x="0" y="0"/>
                  </a:moveTo>
                  <a:lnTo>
                    <a:pt x="1643095" y="0"/>
                  </a:lnTo>
                  <a:lnTo>
                    <a:pt x="1643095" y="1559548"/>
                  </a:lnTo>
                  <a:lnTo>
                    <a:pt x="0" y="1559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2133370" y="502914"/>
              <a:ext cx="3755105" cy="5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55014" y="1236619"/>
            <a:ext cx="9404286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Requirements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2419" y="2801401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58719" y="2615866"/>
            <a:ext cx="344413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Core Functionality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45834" y="4098276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52135" y="3912742"/>
            <a:ext cx="393466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Edge Computing &amp; ML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52419" y="5395152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58719" y="5209618"/>
            <a:ext cx="285748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Pipeline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861599" y="6525555"/>
            <a:ext cx="677751" cy="67775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52419" y="6692027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58719" y="6506493"/>
            <a:ext cx="596409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 Time Inferencing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861599" y="7822430"/>
            <a:ext cx="677751" cy="67775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952419" y="7988903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58719" y="7803369"/>
            <a:ext cx="596409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Additional Refinements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2267274"/>
            <a:chOff x="0" y="0"/>
            <a:chExt cx="4816593" cy="597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97142"/>
            </a:xfrm>
            <a:custGeom>
              <a:avLst/>
              <a:gdLst/>
              <a:ahLst/>
              <a:cxnLst/>
              <a:rect r="r" b="b" t="t" l="l"/>
              <a:pathLst>
                <a:path h="5971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97142"/>
                  </a:lnTo>
                  <a:lnTo>
                    <a:pt x="0" y="597142"/>
                  </a:ln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644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775566" y="8233433"/>
            <a:ext cx="1024867" cy="10248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4228590"/>
            <a:ext cx="4384459" cy="3241946"/>
          </a:xfrm>
          <a:custGeom>
            <a:avLst/>
            <a:gdLst/>
            <a:ahLst/>
            <a:cxnLst/>
            <a:rect r="r" b="b" t="t" l="l"/>
            <a:pathLst>
              <a:path h="3241946" w="4384459">
                <a:moveTo>
                  <a:pt x="0" y="0"/>
                </a:moveTo>
                <a:lnTo>
                  <a:pt x="4384459" y="0"/>
                </a:lnTo>
                <a:lnTo>
                  <a:pt x="4384459" y="3241946"/>
                </a:lnTo>
                <a:lnTo>
                  <a:pt x="0" y="324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99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02466" y="3021591"/>
            <a:ext cx="3402445" cy="4448945"/>
          </a:xfrm>
          <a:custGeom>
            <a:avLst/>
            <a:gdLst/>
            <a:ahLst/>
            <a:cxnLst/>
            <a:rect r="r" b="b" t="t" l="l"/>
            <a:pathLst>
              <a:path h="4448945" w="3402445">
                <a:moveTo>
                  <a:pt x="0" y="0"/>
                </a:moveTo>
                <a:lnTo>
                  <a:pt x="3402445" y="0"/>
                </a:lnTo>
                <a:lnTo>
                  <a:pt x="3402445" y="4448945"/>
                </a:lnTo>
                <a:lnTo>
                  <a:pt x="0" y="4448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596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94281" y="4228590"/>
            <a:ext cx="4393860" cy="3241946"/>
          </a:xfrm>
          <a:custGeom>
            <a:avLst/>
            <a:gdLst/>
            <a:ahLst/>
            <a:cxnLst/>
            <a:rect r="r" b="b" t="t" l="l"/>
            <a:pathLst>
              <a:path h="3241946" w="4393860">
                <a:moveTo>
                  <a:pt x="0" y="0"/>
                </a:moveTo>
                <a:lnTo>
                  <a:pt x="4393860" y="0"/>
                </a:lnTo>
                <a:lnTo>
                  <a:pt x="4393860" y="3241946"/>
                </a:lnTo>
                <a:lnTo>
                  <a:pt x="0" y="324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54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469" y="7769235"/>
            <a:ext cx="2735520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Acquisition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23451" y="7769235"/>
            <a:ext cx="2735520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Edge Computing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5928" y="8016886"/>
            <a:ext cx="273552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7720" y="7769235"/>
            <a:ext cx="2735520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Machine Learning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35372" y="577858"/>
            <a:ext cx="7305538" cy="117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2"/>
              </a:lnSpc>
            </a:pPr>
            <a:r>
              <a:rPr lang="en-US" b="true" sz="8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8186" y="443869"/>
            <a:ext cx="4416356" cy="1169661"/>
            <a:chOff x="0" y="0"/>
            <a:chExt cx="5888475" cy="15595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3095" cy="1559548"/>
            </a:xfrm>
            <a:custGeom>
              <a:avLst/>
              <a:gdLst/>
              <a:ahLst/>
              <a:cxnLst/>
              <a:rect r="r" b="b" t="t" l="l"/>
              <a:pathLst>
                <a:path h="1559548" w="1643095">
                  <a:moveTo>
                    <a:pt x="0" y="0"/>
                  </a:moveTo>
                  <a:lnTo>
                    <a:pt x="1643095" y="0"/>
                  </a:lnTo>
                  <a:lnTo>
                    <a:pt x="1643095" y="1559548"/>
                  </a:lnTo>
                  <a:lnTo>
                    <a:pt x="0" y="1559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133370" y="502914"/>
              <a:ext cx="3755105" cy="5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29783" y="0"/>
            <a:ext cx="12758217" cy="10287000"/>
          </a:xfrm>
          <a:custGeom>
            <a:avLst/>
            <a:gdLst/>
            <a:ahLst/>
            <a:cxnLst/>
            <a:rect r="r" b="b" t="t" l="l"/>
            <a:pathLst>
              <a:path h="10287000" w="12758217">
                <a:moveTo>
                  <a:pt x="0" y="0"/>
                </a:moveTo>
                <a:lnTo>
                  <a:pt x="12758217" y="0"/>
                </a:lnTo>
                <a:lnTo>
                  <a:pt x="127582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79" r="-2762" b="-97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529783" cy="10287000"/>
            <a:chOff x="0" y="0"/>
            <a:chExt cx="145640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640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56404">
                  <a:moveTo>
                    <a:pt x="0" y="0"/>
                  </a:moveTo>
                  <a:lnTo>
                    <a:pt x="1456404" y="0"/>
                  </a:lnTo>
                  <a:lnTo>
                    <a:pt x="145640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0"/>
              <a:ext cx="1456404" cy="2899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9"/>
                </a:lnSpc>
              </a:pPr>
              <a:r>
                <a:rPr lang="en-US" sz="6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Wiring Diagram</a:t>
              </a:r>
            </a:p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68186" y="443869"/>
            <a:ext cx="4416356" cy="1169661"/>
            <a:chOff x="0" y="0"/>
            <a:chExt cx="5888475" cy="1559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3095" cy="1559548"/>
            </a:xfrm>
            <a:custGeom>
              <a:avLst/>
              <a:gdLst/>
              <a:ahLst/>
              <a:cxnLst/>
              <a:rect r="r" b="b" t="t" l="l"/>
              <a:pathLst>
                <a:path h="1559548" w="1643095">
                  <a:moveTo>
                    <a:pt x="0" y="0"/>
                  </a:moveTo>
                  <a:lnTo>
                    <a:pt x="1643095" y="0"/>
                  </a:lnTo>
                  <a:lnTo>
                    <a:pt x="1643095" y="1559548"/>
                  </a:lnTo>
                  <a:lnTo>
                    <a:pt x="0" y="1559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133370" y="502914"/>
              <a:ext cx="3755105" cy="5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75566" y="8233433"/>
            <a:ext cx="1024867" cy="10248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5529783" cy="10287000"/>
            <a:chOff x="0" y="0"/>
            <a:chExt cx="145640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640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56404">
                  <a:moveTo>
                    <a:pt x="0" y="0"/>
                  </a:moveTo>
                  <a:lnTo>
                    <a:pt x="1456404" y="0"/>
                  </a:lnTo>
                  <a:lnTo>
                    <a:pt x="145640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5640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02263" y="1610353"/>
            <a:ext cx="5429927" cy="7296993"/>
            <a:chOff x="0" y="0"/>
            <a:chExt cx="3663950" cy="49237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68193" t="0" r="-68193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0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395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83267" y="2561666"/>
            <a:ext cx="677751" cy="67775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76682" y="3858542"/>
            <a:ext cx="677751" cy="67775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13433" y="5193517"/>
            <a:ext cx="677751" cy="6777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0531" y="305834"/>
            <a:ext cx="4416356" cy="1169661"/>
            <a:chOff x="0" y="0"/>
            <a:chExt cx="5888475" cy="15595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3095" cy="1559548"/>
            </a:xfrm>
            <a:custGeom>
              <a:avLst/>
              <a:gdLst/>
              <a:ahLst/>
              <a:cxnLst/>
              <a:rect r="r" b="b" t="t" l="l"/>
              <a:pathLst>
                <a:path h="1559548" w="1643095">
                  <a:moveTo>
                    <a:pt x="0" y="0"/>
                  </a:moveTo>
                  <a:lnTo>
                    <a:pt x="1643095" y="0"/>
                  </a:lnTo>
                  <a:lnTo>
                    <a:pt x="1643095" y="1559548"/>
                  </a:lnTo>
                  <a:lnTo>
                    <a:pt x="0" y="1559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2133370" y="502914"/>
              <a:ext cx="3755105" cy="515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55014" y="1122319"/>
            <a:ext cx="9404286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1F20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74087" y="2728139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80387" y="2542605"/>
            <a:ext cx="344413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Modular Design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67502" y="4025014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73803" y="3839480"/>
            <a:ext cx="423451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Platform Independent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04253" y="5359990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10554" y="5174456"/>
            <a:ext cx="5442889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Network Independent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876682" y="6528493"/>
            <a:ext cx="677751" cy="67775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67502" y="6694966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73803" y="6509431"/>
            <a:ext cx="596409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 - Time Inferencing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13433" y="7863468"/>
            <a:ext cx="677751" cy="67775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004253" y="8029941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10554" y="7844407"/>
            <a:ext cx="6518113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305A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Simultaneous model training and monitoring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4038" y="4225038"/>
            <a:ext cx="12759923" cy="189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6"/>
              </a:lnSpc>
            </a:pPr>
            <a:r>
              <a:rPr lang="en-US" sz="140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</a:p>
        </p:txBody>
      </p:sp>
      <p:sp>
        <p:nvSpPr>
          <p:cNvPr name="AutoShape 4" id="4"/>
          <p:cNvSpPr/>
          <p:nvPr/>
        </p:nvSpPr>
        <p:spPr>
          <a:xfrm>
            <a:off x="7669737" y="7556390"/>
            <a:ext cx="29485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200371" y="1226631"/>
            <a:ext cx="2145473" cy="2036381"/>
          </a:xfrm>
          <a:custGeom>
            <a:avLst/>
            <a:gdLst/>
            <a:ahLst/>
            <a:cxnLst/>
            <a:rect r="r" b="b" t="t" l="l"/>
            <a:pathLst>
              <a:path h="2036381" w="2145473">
                <a:moveTo>
                  <a:pt x="0" y="0"/>
                </a:moveTo>
                <a:lnTo>
                  <a:pt x="2145473" y="0"/>
                </a:lnTo>
                <a:lnTo>
                  <a:pt x="2145473" y="2036382"/>
                </a:lnTo>
                <a:lnTo>
                  <a:pt x="0" y="2036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71329" y="1865837"/>
            <a:ext cx="5116300" cy="6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1"/>
              </a:lnSpc>
              <a:spcBef>
                <a:spcPct val="0"/>
              </a:spcBef>
            </a:pPr>
            <a:r>
              <a:rPr lang="en-US" sz="405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Predictive Pioneers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DAGYR9Al6OM</dc:identifier>
  <dcterms:modified xsi:type="dcterms:W3CDTF">2011-08-01T06:04:30Z</dcterms:modified>
  <cp:revision>1</cp:revision>
  <dc:title>Blue Modern Pitch Deck Presentation</dc:title>
</cp:coreProperties>
</file>